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1ea0052-5ddb-447e-9d87-5e2154c20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11480"/>
            <a:ext cx="1457623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75618" y="1965960"/>
            <a:ext cx="361028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C3056"/>
                </a:solidFill>
                <a:latin typeface="Times New Roman"/>
              </a:defRPr>
            </a:pPr>
            <a:r>
              <a:rPr dirty="0"/>
              <a:t>IILM UNIVERSITY</a:t>
            </a:r>
            <a:endParaRPr lang="en-US" dirty="0"/>
          </a:p>
          <a:p>
            <a:pPr algn="ctr">
              <a:defRPr sz="3000" b="1">
                <a:solidFill>
                  <a:srgbClr val="1C3056"/>
                </a:solidFill>
                <a:latin typeface="Times New Roman"/>
              </a:defRPr>
            </a:pPr>
            <a:r>
              <a:rPr lang="en-US" sz="1500" dirty="0"/>
              <a:t>GREATER NOIDA</a:t>
            </a:r>
            <a:endParaRPr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929640" y="2861294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912434"/>
                </a:solidFill>
                <a:latin typeface="Times New Roman"/>
              </a:defRPr>
            </a:pPr>
            <a:r>
              <a:rPr dirty="0"/>
              <a:t>INTERNSHIP PRESENTATION</a:t>
            </a:r>
          </a:p>
          <a:p>
            <a:pPr algn="ctr">
              <a:defRPr sz="2200">
                <a:solidFill>
                  <a:srgbClr val="282828"/>
                </a:solidFill>
                <a:latin typeface="Times New Roman"/>
              </a:defRPr>
            </a:pPr>
            <a:r>
              <a:rPr dirty="0"/>
              <a:t>Java Programming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77639"/>
            <a:ext cx="6675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Student Name: Aryan Kumar</a:t>
            </a:r>
          </a:p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Roll No.: 25SCS1003004866</a:t>
            </a:r>
          </a:p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Program: B.Tech Computer Science &amp; Engineering</a:t>
            </a:r>
          </a:p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Batch: 2025–29</a:t>
            </a:r>
          </a:p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Organization: Skill Nexis</a:t>
            </a:r>
          </a:p>
          <a:p>
            <a:pPr algn="ctr">
              <a:spcAft>
                <a:spcPts val="500"/>
              </a:spcAft>
              <a:defRPr sz="1600">
                <a:solidFill>
                  <a:srgbClr val="282828"/>
                </a:solidFill>
                <a:latin typeface="Times New Roman"/>
              </a:defRPr>
            </a:pPr>
            <a:r>
              <a:t>Internship Duration: 30 June 2026 – 30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Completed a one-month online internship in Java Programming at Skill Nexis.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Internship period: 30 June 2026 to 30 July 2026.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The internship followed a practical, project-based learning approach.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Work was completed through weekly assignments and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Learn and strengthen Java programming fundamentals.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Understand object-oriented programming concepts.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Work with collections and file handling.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Implement input validation and exception handling.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Develop a complete Java-based capstone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Week-wise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Week 1: Java fundamentals, Calculator, Grade Evaluation and Bank Management.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Week 2: Object-oriented programming, Student, Vehicle Inheritance and Library Management.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Week 3: Collections and File I/O, Student Marks, Word Frequency and Employee Management.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Week 4: ATM Simulation capstone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Technologies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Java programming language.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Object-Oriented Programming concepts.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ArrayList collections.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Java File I/O for text-based data storage.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MessageDigest / SHA-256 for PIN hashing in the ATM project.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Visual Studio Code and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Major Project – ATM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Console-based ATM application developed as the Week 4 capstone.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PIN-based account authentication with limited login attempts.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Balance enquiry, deposit, withdrawal and transfer operations.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Transaction history and account details.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Input validation and error handling.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Persistent account and transaction data using text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Improved Java programming and problem-solving skills.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Practical understanding of object-oriented programming.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Experience with collections and file handling.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Better understanding of validation and exception handling.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Experience in developing and maintaining projects using GitHub.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Ability to combine multiple Java concepts into one working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1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56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The internship provided practical exposure to Java programming.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The four-week progression helped connect programming theory with implementation.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The ATM Simulation served as an integrated application of the concepts learned.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  <a:latin typeface="Times New Roman"/>
              </a:defRPr>
            </a:pPr>
            <a:r>
              <a:t>• The internship improved confidence in developing console-based Java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Times New Roman"/>
              </a:defRPr>
            </a:pPr>
            <a:r>
              <a:t>IILM University | Java Programming Internship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Aryan Kumar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Roll No.: 25SCS1003004866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B.Tech CSE | Batch 2025–29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459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Kumar</cp:lastModifiedBy>
  <cp:revision>2</cp:revision>
  <dcterms:created xsi:type="dcterms:W3CDTF">2013-01-27T09:14:16Z</dcterms:created>
  <dcterms:modified xsi:type="dcterms:W3CDTF">2026-08-30T18:05:07Z</dcterms:modified>
  <cp:category/>
</cp:coreProperties>
</file>